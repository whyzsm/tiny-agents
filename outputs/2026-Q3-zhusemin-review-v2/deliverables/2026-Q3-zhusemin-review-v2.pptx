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462b4d59304584" /><Relationship Type="http://schemas.openxmlformats.org/officeDocument/2006/relationships/extended-properties" Target="/docProps/app.xml" Id="R59054ec507814e0a" /><Relationship Type="http://schemas.openxmlformats.org/officeDocument/2006/relationships/officeDocument" Target="/ppt/presentation.xml" Id="R45f7ee7b58c8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b9eaa487040b2"/>
  </p:sldMasterIdLst>
  <p:notesMasterIdLst>
    <p:notesMasterId xmlns:r="http://schemas.openxmlformats.org/officeDocument/2006/relationships" r:id="R026cdc5f5955454b"/>
  </p:notesMasterIdLst>
  <p:sldIdLst>
    <p:sldId xmlns:r="http://schemas.openxmlformats.org/officeDocument/2006/relationships" id="256" r:id="R3e16baa71c554eb2"/>
    <p:sldId xmlns:r="http://schemas.openxmlformats.org/officeDocument/2006/relationships" id="257" r:id="R7c25783e7b864812"/>
    <p:sldId xmlns:r="http://schemas.openxmlformats.org/officeDocument/2006/relationships" id="258" r:id="Rb284f283f4f14e2c"/>
    <p:sldId xmlns:r="http://schemas.openxmlformats.org/officeDocument/2006/relationships" id="259" r:id="Rc66e1a88f1644ef9"/>
    <p:sldId xmlns:r="http://schemas.openxmlformats.org/officeDocument/2006/relationships" id="260" r:id="Rcf2d704fb03540c4"/>
    <p:sldId xmlns:r="http://schemas.openxmlformats.org/officeDocument/2006/relationships" id="261" r:id="R0b19019718574b14"/>
    <p:sldId xmlns:r="http://schemas.openxmlformats.org/officeDocument/2006/relationships" id="262" r:id="R4d9b39331d9043d6"/>
    <p:sldId xmlns:r="http://schemas.openxmlformats.org/officeDocument/2006/relationships" id="263" r:id="R420e5600e06840b5"/>
    <p:sldId xmlns:r="http://schemas.openxmlformats.org/officeDocument/2006/relationships" id="264" r:id="R4656954128b84136"/>
    <p:sldId xmlns:r="http://schemas.openxmlformats.org/officeDocument/2006/relationships" id="265" r:id="R3128f19bf2114f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3c8323beb48c2" /><Relationship Type="http://schemas.openxmlformats.org/officeDocument/2006/relationships/slideMaster" Target="/ppt/slideMasters/slideMaster1.xml" Id="R9b5b9eaa487040b2" /><Relationship Type="http://schemas.openxmlformats.org/officeDocument/2006/relationships/notesMaster" Target="/ppt/notesMasters/notesMaster1.xml" Id="R026cdc5f5955454b" /><Relationship Type="http://schemas.openxmlformats.org/officeDocument/2006/relationships/presProps" Target="/ppt/presProps.xml" Id="R54e32e099d2c427b" /><Relationship Type="http://schemas.openxmlformats.org/officeDocument/2006/relationships/tableStyles" Target="/ppt/tableStyles.xml" Id="R854d060870784bdc" /><Relationship Type="http://schemas.openxmlformats.org/officeDocument/2006/relationships/slide" Target="/ppt/slides/slide1.xml" Id="R3e16baa71c554eb2" /><Relationship Type="http://schemas.openxmlformats.org/officeDocument/2006/relationships/slide" Target="/ppt/slides/slide2.xml" Id="R7c25783e7b864812" /><Relationship Type="http://schemas.openxmlformats.org/officeDocument/2006/relationships/slide" Target="/ppt/slides/slide3.xml" Id="Rb284f283f4f14e2c" /><Relationship Type="http://schemas.openxmlformats.org/officeDocument/2006/relationships/slide" Target="/ppt/slides/slide4.xml" Id="Rc66e1a88f1644ef9" /><Relationship Type="http://schemas.openxmlformats.org/officeDocument/2006/relationships/slide" Target="/ppt/slides/slide5.xml" Id="Rcf2d704fb03540c4" /><Relationship Type="http://schemas.openxmlformats.org/officeDocument/2006/relationships/slide" Target="/ppt/slides/slide6.xml" Id="R0b19019718574b14" /><Relationship Type="http://schemas.openxmlformats.org/officeDocument/2006/relationships/slide" Target="/ppt/slides/slide7.xml" Id="R4d9b39331d9043d6" /><Relationship Type="http://schemas.openxmlformats.org/officeDocument/2006/relationships/slide" Target="/ppt/slides/slide8.xml" Id="R420e5600e06840b5" /><Relationship Type="http://schemas.openxmlformats.org/officeDocument/2006/relationships/slide" Target="/ppt/slides/slide9.xml" Id="R4656954128b84136" /><Relationship Type="http://schemas.openxmlformats.org/officeDocument/2006/relationships/slide" Target="/ppt/slides/slide10.xml" Id="R3128f19bf2114f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0f54194db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214f41eb25446c" /><Relationship Type="http://schemas.openxmlformats.org/officeDocument/2006/relationships/notesMaster" Target="/ppt/notesMasters/notesMaster1.xml" Id="R60aa6977dfc245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eb28c62fe49f6" /><Relationship Type="http://schemas.openxmlformats.org/officeDocument/2006/relationships/notesMaster" Target="/ppt/notesMasters/notesMaster1.xml" Id="R7d71d1f6588b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d7b8caa8e45f7" /><Relationship Type="http://schemas.openxmlformats.org/officeDocument/2006/relationships/notesMaster" Target="/ppt/notesMasters/notesMaster1.xml" Id="R5cf7699ad8944e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e992030ad94d56" /><Relationship Type="http://schemas.openxmlformats.org/officeDocument/2006/relationships/notesMaster" Target="/ppt/notesMasters/notesMaster1.xml" Id="R6f3d474ccb8c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0c34a4b0f40ca" /><Relationship Type="http://schemas.openxmlformats.org/officeDocument/2006/relationships/notesMaster" Target="/ppt/notesMasters/notesMaster1.xml" Id="Rfe67405cbcd2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ac0c36e634aed" /><Relationship Type="http://schemas.openxmlformats.org/officeDocument/2006/relationships/notesMaster" Target="/ppt/notesMasters/notesMaster1.xml" Id="R3a37fe1e522d48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fdfe07b10b403f" /><Relationship Type="http://schemas.openxmlformats.org/officeDocument/2006/relationships/notesMaster" Target="/ppt/notesMasters/notesMaster1.xml" Id="R26865e7479ad43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3a3dd0ece042c2" /><Relationship Type="http://schemas.openxmlformats.org/officeDocument/2006/relationships/notesMaster" Target="/ppt/notesMasters/notesMaster1.xml" Id="Rf0a1e94057924d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c5fdb76d3847ee" /><Relationship Type="http://schemas.openxmlformats.org/officeDocument/2006/relationships/notesMaster" Target="/ppt/notesMasters/notesMaster1.xml" Id="R7ba7465b7b5b47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982e47358f429e" /><Relationship Type="http://schemas.openxmlformats.org/officeDocument/2006/relationships/notesMaster" Target="/ppt/notesMasters/notesMaster1.xml" Id="Re5b65a48aa4b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开场：先给结论，再按 O1、O2、O3 展开。Q3 的重点不只是完成业务需求，也包括把项目经验沉淀成可复用的工程和 AI 能力。来源：用户提供的 Q3 OKR 材料与工作报告。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先讲清三条主线，不展开仓库清单。O3 的 trunkFeeder-ui/skill 是绩效指标本身，应作为独立成果来讲。统计数字只使用已经核对过的口径。来源：Q3 OKR 材料、工作报告、trunkFeeder-ui/skill 仓库审阅。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把业务交付和质量结果放在同一页，回答做了什么以及上线后怎么样。生产 BUG、线上问题闭环和测试 BUG 率指标沿用已核对的 Q3 材料。来源：Q3 O1 材料与工作报告。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用智能排班说明你参与了业务链路拆解和分期交付，重点讲从调度骨架到运营反馈的能力推进。来源：工作报告中 trunkFeeder-ui 的智能排班一期、二期内容。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重点讲统一技术栈与可观测性如何服务稳定交付，不展开依赖升级细节。来源：Q3 O2 材料与工作报告。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明确绑定绩效：trunkFeeder-ui/skill 是 O3 的关键成果。内容包括业务规则、设计系统、技术栈、验证清单和防幻觉约束。评测结果沿用已审阅材料中的有 Skill 100%、无 Skill 83%、差值 +17pp。来源：Q3 O3 材料、skill 文件、评测提交记录。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用三个角色回答你在项目中的位置：业务交付主力、Skill 建设者、工程能力沉淀者。来源：工作报告、skill/SKILL.md、references 资料和评测记录。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用问题、处理方式、留下的能力表达难点。最后保留一个真实边界：当前校验脚本仍查找旧目录名，需要后续改成仓库根目录相对路径。来源：2026-10-13 对 trunkFeeder-ui/skill 的现场审阅与脚本运行结果。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把成长落到研发视角变化：从页面交付扩展到业务建模、工程治理和 AI 工作流设计。下一步内容属于后续计划，不作为 Q3 已完成事实。来源：Q3 O3 目标、skill 仓库现状和验证结果。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结束语：回到三条结论即可。若现场追问，再补充需求清单、仓库范围和 skill 文件结构。来源：Q3 OKR 材料、T-MAX 工作报告、trunkFeeder-ui/skill 仓库审阅。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a66b0bc2247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93cd4002a4f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3bc2e5dc34e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18b709ba246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5739e5fee41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1ad7b23c947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600BB6-A19E-4187-90C8-9DE9AB4D9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A4EBF3-5641-4475-9516-354BE34B7A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0ADC17-553C-4B0D-A9F9-5CCF417F5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645AED-5BCA-46ED-A26E-1C9BDEC87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57FC90-63A5-4EFF-B9A7-217A59AE4F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EB2C74-ED0F-4CC4-AE60-1BDF3820F9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008078-021B-4DFA-B810-F3C5D0AA3E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8EA1F1-2F92-4405-A1D4-3F5F14598E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8B1B70-360F-4BCB-A286-5E6C6C758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4E359A-7B13-40DA-9C95-0A553878D3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d2d21ac194502" /><Relationship Type="http://schemas.openxmlformats.org/officeDocument/2006/relationships/slideLayout" Target="/ppt/slideLayouts/slideLayout1.xml" Id="Rf14da91c91954f59" /><Relationship Type="http://schemas.openxmlformats.org/officeDocument/2006/relationships/slideLayout" Target="/ppt/slideLayouts/slideLayout2.xml" Id="R1cabdbf5caae4435" /><Relationship Type="http://schemas.openxmlformats.org/officeDocument/2006/relationships/slideLayout" Target="/ppt/slideLayouts/slideLayout3.xml" Id="R74715f136a044f34" /><Relationship Type="http://schemas.openxmlformats.org/officeDocument/2006/relationships/slideLayout" Target="/ppt/slideLayouts/slideLayout4.xml" Id="R3744ed8769424bb6" /><Relationship Type="http://schemas.openxmlformats.org/officeDocument/2006/relationships/slideLayout" Target="/ppt/slideLayouts/slideLayout5.xml" Id="R5f42b0b6769c43ca" /><Relationship Type="http://schemas.openxmlformats.org/officeDocument/2006/relationships/slideLayout" Target="/ppt/slideLayouts/slideLayout6.xml" Id="R76b538c671a64f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da91c91954f59"/>
    <p:sldLayoutId xmlns:r="http://schemas.openxmlformats.org/officeDocument/2006/relationships" id="2147483650" r:id="R1cabdbf5caae4435"/>
    <p:sldLayoutId xmlns:r="http://schemas.openxmlformats.org/officeDocument/2006/relationships" id="2147483651" r:id="R74715f136a044f34"/>
    <p:sldLayoutId xmlns:r="http://schemas.openxmlformats.org/officeDocument/2006/relationships" id="2147483652" r:id="R3744ed8769424bb6"/>
    <p:sldLayoutId xmlns:r="http://schemas.openxmlformats.org/officeDocument/2006/relationships" id="2147483653" r:id="R5f42b0b6769c43ca"/>
    <p:sldLayoutId xmlns:r="http://schemas.openxmlformats.org/officeDocument/2006/relationships" id="2147483654" r:id="R76b538c671a64f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6c3d4e2aa459d" /><Relationship Type="http://schemas.openxmlformats.org/officeDocument/2006/relationships/notesSlide" Target="/ppt/notesSlides/notesSlide1.xml" Id="Rcae0940113b4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d581085814157" /><Relationship Type="http://schemas.openxmlformats.org/officeDocument/2006/relationships/notesSlide" Target="/ppt/notesSlides/notesSlide2.xml" Id="R08148c27fe4c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9a253e00e4e2e" /><Relationship Type="http://schemas.openxmlformats.org/officeDocument/2006/relationships/notesSlide" Target="/ppt/notesSlides/notesSlide3.xml" Id="Ra6c18e09cebd46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42da4edfe423f" /><Relationship Type="http://schemas.openxmlformats.org/officeDocument/2006/relationships/notesSlide" Target="/ppt/notesSlides/notesSlide4.xml" Id="Rd9263d8e0a9749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5cd46f8b34f05" /><Relationship Type="http://schemas.openxmlformats.org/officeDocument/2006/relationships/notesSlide" Target="/ppt/notesSlides/notesSlide5.xml" Id="R03fb57563e6746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2ced3fc3b48d3" /><Relationship Type="http://schemas.openxmlformats.org/officeDocument/2006/relationships/notesSlide" Target="/ppt/notesSlides/notesSlide6.xml" Id="R935dbc0404bd41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7ebd224454701" /><Relationship Type="http://schemas.openxmlformats.org/officeDocument/2006/relationships/notesSlide" Target="/ppt/notesSlides/notesSlide7.xml" Id="R7091a4011153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8382936ee4ca7" /><Relationship Type="http://schemas.openxmlformats.org/officeDocument/2006/relationships/notesSlide" Target="/ppt/notesSlides/notesSlide8.xml" Id="R3714cfe6df7246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ca6704bc44c01" /><Relationship Type="http://schemas.openxmlformats.org/officeDocument/2006/relationships/notesSlide" Target="/ppt/notesSlides/notesSlide9.xml" Id="R7daf7f96a9f047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30903628c4ef4" /><Relationship Type="http://schemas.openxmlformats.org/officeDocument/2006/relationships/notesSlide" Target="/ppt/notesSlides/notesSlide10.xml" Id="R35e3e2a755244b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8700E-E019-4A8F-8F53-1C44F61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75E02-BA5F-4355-B81E-16B76420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6EEFE-7D62-48F6-A07D-7238C93D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述职汇报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64723-60D1-4316-B596-2C6220C4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业务交付、工程治理与 Skill 沉淀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69EF9-EC64-4683-8597-7F282B4E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朱色敏  ·  00118740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E0B86-46CE-4722-94E8-91D153C0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8FAAB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>
                <a:solidFill>
                  <a:srgbClr val="8FAAB4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8FAAB4"/>
                </a:solidFill>
                <a:latin typeface="PingFang SC"/>
                <a:ea typeface="PingFang SC"/>
                <a:cs typeface="PingFang SC"/>
              </a:rPr>
              <a:t>前端研发 / T-MAX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6D26A-0042-4328-8D1E-27613052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300" b="1">
                <a:solidFill>
                  <a:srgbClr val="17475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2300" b="1">
                <a:solidFill>
                  <a:srgbClr val="17475A"/>
                </a:solidFill>
                <a:latin typeface="PingFang SC"/>
                <a:ea typeface="PingFang SC"/>
                <a:cs typeface="PingFang SC"/>
              </a:defRPr>
            </a:pPr>
            <a:r>
              <a:rPr sz="12300" b="1">
                <a:solidFill>
                  <a:srgbClr val="17475A"/>
                </a:solidFill>
                <a:latin typeface="PingFang SC"/>
                <a:ea typeface="PingFang SC"/>
                <a:cs typeface="PingFang SC"/>
              </a:rPr>
              <a:t>Q3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E5A3E-6EDC-4142-8A6D-AB825E93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09F74-AB61-4DD9-82CD-9235D14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稳定交付的工程化沉淀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B4A16-B388-469B-AA4D-BA419865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33B5A-0BB3-4DF8-BAA8-DE72C0FB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2164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89A09-B80C-4E2B-A2E7-9C3F1AE0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Q3 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37908-758D-428E-B6E0-81AFC8BF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Q3 的主线，是把一次次交付变成稳定、可复用的交付能力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519C9-DB15-4A18-A1AB-3768D036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ED74B-0403-4A91-899C-D55094F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围绕三个 OKR，我把业务交付、工程治理和 AI 能力沉淀连成了一条完整的工作主线。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2C20A-2C8F-4607-A3F3-3656FE9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4FD08-38E4-4E50-8387-0819D38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988BF-169E-41B3-9032-9F55C8B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业务交付质量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242E6-DA10-4EE7-A30C-BE9640E3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支撑内场调度与运营核心场景，生产 BUG 为 0，线上问题 24h 内闭环。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FE423-5BF9-4A0A-BD39-542F57C1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6FD9C-DB58-4DDE-B11C-696F6300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7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3AA42-7F9B-4D93-A436-0C59E444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C01BE-2AF9-44A8-9B34-CDEA77E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前端基建与可观测性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4FE9C-78C2-4ACD-9ECF-A8FB9747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统一核心技术栈并接入 Sentry，让问题更早暴露、定位更快。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053D9-9E68-494F-90F5-A376E875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1DFCB-C66A-48BD-8B47-7F94A885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BD9F6-074E-4963-B877-C778A87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E03AE-7350-4C77-A332-6AD26B9D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AI 赋能与个人效能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4C63E-DA08-4160-9AE4-58D47308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将 trunkFeeder-ui 的规则、约束和验证方法沉淀为项目级 skill，评测通过率提升 17pp。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98132-ACD6-4C00-9C66-84FE18CA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673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2EFB5-D024-4CE3-8ABC-B32A6099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6755A-5ED6-4188-AE19-8A9C6AD8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2501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9DC16-6E9B-4617-9B4F-AEB00322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O1 业务交付与质量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64E94-361E-4CA2-B2B5-6A1F724E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业务交付从按时完成，进一步落到上线后稳定运行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11BE9-8FB0-4CFD-A4E2-2E77DF1B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FD2E8-71B6-4EAE-BF57-26D9BD6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围绕内场调度、运营支撑和差异处理等核心链路持续交付，结果同时关注交付范围、线上稳定性和问题闭环速度。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A325B-1225-4700-9010-D140623B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6A553-F32E-4A62-914F-D9081D5F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代表性工作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B2CC4-C10B-4E0C-84E9-93376E14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85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内场调度：卸车看板、智能排班一期与二期</a:t>
            </a:r>
          </a:p>
          <a:p xmlns:a="http://schemas.openxmlformats.org/drawingml/2006/main">
            <a: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运营支撑：人效、排班、食堂、周转箱等业务模块</a:t>
            </a:r>
          </a:p>
          <a:p xmlns:a="http://schemas.openxmlformats.org/drawingml/2006/main">
            <a: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持续治理：字段口径、导出、报表性能与线上问题闭环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238F2-1361-47DD-A262-6F2FEC7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2952750" cy="31432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B6A32-554E-46C4-91F9-52D57290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70500-E6F9-416C-8843-558CF2D2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Q3 生产 BUG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5A2E4-EED6-4502-A704-F3682817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24h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EE256-06ED-4E5C-8BCC-B0C2EA03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线上问题内解决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0824A-8D50-4C14-BF1D-45B79049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-20%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0292D-B7C4-4C88-90C1-9CB2A053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86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测试环节 BUG 率较上季度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29E64-45D7-4E70-AA51-AAA4BC9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C5F3D-A574-490A-9FFD-04EA9BC8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7571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B3989-B00E-43FE-BA2B-D5F6C72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重点案例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EFDF6-4129-41E9-A9A6-E5CF852F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智能排班把复杂调度规则推进到可运营的功能闭环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C82BF-451C-41B9-AE54-FBBA23EA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0FAAF-0BC0-4AEC-8E31-C2FD2682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同一条业务主线分两期推进，先建立可用能力，再补齐调度细节与效率反馈。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CC730-E9C6-43A4-B48A-AF1A0D97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98856-AAD2-4692-AC0C-D8D36AA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AF713-C582-4254-9298-CCFD234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647A0-1B05-4237-9033-D7CC20C5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B48E7-87B9-4633-8444-06789DFD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CB83E-6DAA-41F4-9BD8-B155BFD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E4DD4-58FB-4139-A4F1-1138CA2B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一期：建立调度骨架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AECF5-2394-430F-9F1A-F78FB5BD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路由与页面组织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人员 / 车辆面板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时间线任务条、月台调度看板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6464C-7B93-4BFB-B1E0-FDF43C6A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205A8-75F5-4A3A-BC98-2572B0CC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1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二期：补齐运营反馈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836D8-28F7-47D3-AE12-2FF41A42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任务绑定结束时间标记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首发月台关系提示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月台详情与操作效率指标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756D5-227D-49C1-8360-93FA8251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结果：调度任务、月台操作和效率反馈形成连续链路。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1F311-6504-47DA-A660-EAC601BF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9F678-F569-48CC-B71C-F723F60A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9798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68306-10A6-4BE7-A241-C0298BD4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O2 前端基建与可观测性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5FE18-6BB3-430A-9233-785C40C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统一技术栈与可观测性，降低多仓库协作的维护成本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A90D0-C095-4648-B1BB-BA073F4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3ADC5-1B5E-47F3-96BE-31D5B283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05340-41F4-4C9D-9FCC-97683F37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669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3D258-2C45-45C6-B28A-13ECDD44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统一基础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DF17B-D6C8-4D28-AD88-48291C52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React 17.0.2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Umi 3.5.43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Ant Design 4.24.14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56C55-D716-4D43-AA36-4EF3BFD1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核心功能、构建与样式兼容性验证通过，减少环境差异带来的交付波动。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F9383-63FC-4237-81C8-71FB9947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问题可见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8233-5628-4D45-B9F7-3C8EB447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接入 Sentry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测试环境先行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生产环境落地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25183-3E8F-4144-849A-F9BE29C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让前端问题从“用户反馈后才知道”变成“运行中可观测、定位有入口”。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66808-9F75-4E7D-9FAD-F014A2B1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3F371-D22F-452A-AEF0-A48A229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工程价值：把一次升级、一次接入，转化为多仓库可复用的交付底座。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4DEFF-9112-44E2-97F1-6A524EC5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9BB62-EB82-4E46-931C-E30A21A5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6849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52B74-8778-416D-978D-A623A17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O3 AI 赋能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0AE0B-EACF-4965-90BA-A340D7C6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trunkFeeder-ui/skill：把项目经验沉淀为 AI 可执行的工程资产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7D2A8-B091-4E31-A896-F72359D2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A7BD3-4EFF-4E03-A7C9-C54B5587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这项 skill 是 Q3 绩效指标，也是我对个人效能提升的核心回答。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5B7C9-9BB9-41B2-B414-112B747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我把业务规则、设计系统、技术栈和验证清单整理成一套项目级上下文。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96CA2-91B3-46EC-8F52-66F835CD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BE113-8826-4A2D-9A21-6F175E2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覆盖关键约束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BF857-D569-4E03-AFB0-3C4B67C2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42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参数边界：centerCode / centerSiteCode</a:t>
            </a:r>
          </a:p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业务枚举：网点与干线类型</a:t>
            </a:r>
          </a:p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加载原则：慢接口不阻塞核心看板</a:t>
            </a:r>
          </a:p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防幻觉：未发现的规范不允许补造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7ABE0-9FC3-4F1B-8C71-3032F72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3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EE94B-E66A-49E5-B890-F16B5D5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对照评测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63AA8-B33B-4AF5-BC39-B1D3E5C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50241-D1FC-42ED-8068-358B58A6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有 Skill 的通过率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70F76-1775-470D-AFF5-11EF2E83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5173D-E14D-4A7D-B84C-7F7FC780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无 Skill 的通过率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F7E41-FAED-4154-9510-7E0EB8BC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006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575" b="1">
                <a:solidFill>
                  <a:srgbClr val="F0B27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0B27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0B27A"/>
                </a:solidFill>
                <a:latin typeface="PingFang SC"/>
                <a:ea typeface="PingFang SC"/>
                <a:cs typeface="PingFang SC"/>
              </a:rPr>
              <a:t>+17pp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109A0-8E63-4844-BF53-CA102CC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DC671-FB6F-45DA-9933-644FE87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6132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6704F-FC55-4B54-80CE-1DFDBE40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项目角色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06DF6-53B6-45A6-9BEF-2843E7F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从业务交付到 Skill 建设，我承担了完整闭环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346D9-90BB-45D4-9D07-02AB367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EABD2-5A66-4317-87D8-30070801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角色变化：从使用 AI 完成任务，转向设计 AI 如何稳定完成任务。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D7AFF-43C1-4936-8586-476DD53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F7894-6A79-408D-B385-C0DBFCC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业务交付主力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D01C4-24E0-4C43-B74E-F8ABE112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内场调度、智能排班及运营支撑等核心模块的方案拆解、页面落地与问题闭环。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60129-814B-476D-887C-A4FE5A77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5EAA5-EDAB-485F-93DF-4DBC8394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Skill 建设者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CF834-21F2-4116-B874-D71B4D96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把 trunkFeeder-ui 的业务规则、设计系统和技术约束整理成可执行的项目上下文。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93482-F8A7-426A-BC03-79B60BB4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9BAC4-CDFD-4552-AA1C-C05AAC38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工程能力沉淀者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E2B82-E72B-4311-A1D8-879E129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623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建立验证脚本、对照评测和交付清单，让经验能够被复用和检查。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1EF98-2F54-4487-8B8F-5DA9CD1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9DE19-95BE-4F3F-A0BC-49164526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价值：让项目知识从个人记忆进入团队可复用的交付流程。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1CAF3-E4E2-4CA3-902E-859ACDB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43D50-642E-42E8-BCC7-A1E6B89A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85527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AF503-D782-489F-834F-42B3C3E8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难点与解法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903D9-22A4-440A-8EA1-86BB873E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Skill 建设的核心难点，是把隐性经验转成可执行约束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F495A-374A-4F00-8CE0-23300990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98C9B-4BD3-4950-B7AA-56CBCB1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7B7CC-79B7-40E6-A470-C8561EA2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处理方式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81ABA-777B-429E-81C4-2BE4257C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留下的能力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4410B-3BF3-45E0-B231-C9DE46D6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68B35-82AC-488B-B0C7-8B7A5D2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业务规则分散在页面、接口与沟通中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AFFD8-63C1-41A1-B10F-55BA926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抽取参数边界、枚举口径与示例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0AA42-A54D-480F-A4A3-8D39E9F2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AI 修改代码时有清晰边界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55C6E-B702-4175-934C-06CF588D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65FCE-F371-41C9-B2B9-54897E33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多仓技术约束和组件用法不一致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69364-16F4-4459-A50D-1078BA8C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把技术栈、组件用法和性能原则写进 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B808D-4157-4DB5-9A83-0D82FA44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减少跨仓返工与环境差异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268CE-E8F0-438E-B63A-B1F90F0F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98A34-FE9D-43B5-9EF8-04B5E7AD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AI 容易补造项目中不存在的规范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D3C01-32A4-4C56-859E-91EA981D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05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增加防幻觉约束与对照评测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1A35D-EAE1-4D56-A24B-2EF8000E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从生成代码走向验证结果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48DBB-1AE9-4652-892E-0F1BF6C9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944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9CE32-173B-45BA-AFBC-97115EF6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待完善：当前校验脚本仍查找旧目录名，需要改成仓库根目录相对路径。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6C2E0-15AC-4F7C-B0DC-D741A1A1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CD4B2-9B85-48DC-8AFE-95B82A8A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4157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07408-C071-4166-96FE-A917C20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成长与思考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CC162-2E9C-4FE4-AD6A-DB776D5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从完成需求，到经营一套可复用的交付系统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F147F-C216-4513-9557-06D9E29E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33146-F935-4373-BB57-98AEE77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944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08472-5F7A-4900-A0EF-EC90169C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我开始同时关注业务规则、工程边界和 AI 产出质量。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A0660-8451-44BC-A55D-BAD64D5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5F806-4590-4899-BBEF-B1D4C22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成长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FF4D5-EC5D-47EB-85B4-2E96CC16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能把复杂业务拆成规则、约束与验证项。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5A8B0-B123-4699-8F87-EE7650F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思考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9F51B-E3C2-490F-8625-A9373FD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修复和沉淀要落在正确的层，组件、机制和 Skill 才能产生复用。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BE582-0E33-4BF8-9173-B35A102B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00F5D-3D5A-415C-9341-29BDB400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持续贴近真实代码，补齐校验入口和场景评测，让 Skill 在更多页面稳定复用。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9C88E-2FD0-4629-BEBA-99F2D7D8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C49C8-0D4C-4127-9F43-1B0DF8F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1343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7CB5F-BEF2-44D2-8ADD-FEA9294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64389-52F8-4F0C-A7F9-CB171F6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Q3 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C0761-1532-4066-9C36-18DD5655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把交付经验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变成可复用能力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2D03A-90E6-4A0B-80A8-D5B6F365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业务交付有结果，工程建设有沉淀，Skill 建设有验证。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2CC3F-C788-4886-8A26-61BA724A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24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2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22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C370D-6A0D-4EC2-A131-8CDD5379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67473-9E76-409D-998D-314E9CE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165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2026-10-13T06:34:58.4370000Z</dcterms:created>
  <dcterms:modified xsi:type="dcterms:W3CDTF">2026-10-13T06:34:58.4370000Z</dcterms:modified>
</coreProperties>
</file>