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17d11d16244b7c" /><Relationship Type="http://schemas.openxmlformats.org/officeDocument/2006/relationships/extended-properties" Target="/docProps/app.xml" Id="R60f5ffdfbc5c4260" /><Relationship Type="http://schemas.openxmlformats.org/officeDocument/2006/relationships/officeDocument" Target="/ppt/presentation.xml" Id="R07f6d5fedf754a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0a1aefb4cf4156"/>
  </p:sldMasterIdLst>
  <p:notesMasterIdLst>
    <p:notesMasterId xmlns:r="http://schemas.openxmlformats.org/officeDocument/2006/relationships" r:id="Rd8f2bf29634a4316"/>
  </p:notesMasterIdLst>
  <p:sldIdLst>
    <p:sldId xmlns:r="http://schemas.openxmlformats.org/officeDocument/2006/relationships" id="256" r:id="Rf09d058e65394f5e"/>
    <p:sldId xmlns:r="http://schemas.openxmlformats.org/officeDocument/2006/relationships" id="257" r:id="Rf96410c553784e20"/>
    <p:sldId xmlns:r="http://schemas.openxmlformats.org/officeDocument/2006/relationships" id="258" r:id="Rf36c713c4341463e"/>
    <p:sldId xmlns:r="http://schemas.openxmlformats.org/officeDocument/2006/relationships" id="259" r:id="Rd5076741aa874ce3"/>
    <p:sldId xmlns:r="http://schemas.openxmlformats.org/officeDocument/2006/relationships" id="260" r:id="Rbec91faff9614b87"/>
    <p:sldId xmlns:r="http://schemas.openxmlformats.org/officeDocument/2006/relationships" id="261" r:id="Rf2ee2ef8fe4d4367"/>
    <p:sldId xmlns:r="http://schemas.openxmlformats.org/officeDocument/2006/relationships" id="262" r:id="R2a8a412a22cf4db0"/>
    <p:sldId xmlns:r="http://schemas.openxmlformats.org/officeDocument/2006/relationships" id="263" r:id="Rfebc5061b7594223"/>
    <p:sldId xmlns:r="http://schemas.openxmlformats.org/officeDocument/2006/relationships" id="264" r:id="Rd42df13798ac482e"/>
    <p:sldId xmlns:r="http://schemas.openxmlformats.org/officeDocument/2006/relationships" id="265" r:id="R98c8fb59cd3e47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58a33ed6ec46cd" /><Relationship Type="http://schemas.openxmlformats.org/officeDocument/2006/relationships/slideMaster" Target="/ppt/slideMasters/slideMaster1.xml" Id="Rec0a1aefb4cf4156" /><Relationship Type="http://schemas.openxmlformats.org/officeDocument/2006/relationships/notesMaster" Target="/ppt/notesMasters/notesMaster1.xml" Id="Rd8f2bf29634a4316" /><Relationship Type="http://schemas.openxmlformats.org/officeDocument/2006/relationships/presProps" Target="/ppt/presProps.xml" Id="R7f1f3a5381c14d54" /><Relationship Type="http://schemas.openxmlformats.org/officeDocument/2006/relationships/tableStyles" Target="/ppt/tableStyles.xml" Id="Reafedcae7ff54e29" /><Relationship Type="http://schemas.openxmlformats.org/officeDocument/2006/relationships/slide" Target="/ppt/slides/slide1.xml" Id="Rf09d058e65394f5e" /><Relationship Type="http://schemas.openxmlformats.org/officeDocument/2006/relationships/slide" Target="/ppt/slides/slide2.xml" Id="Rf96410c553784e20" /><Relationship Type="http://schemas.openxmlformats.org/officeDocument/2006/relationships/slide" Target="/ppt/slides/slide3.xml" Id="Rf36c713c4341463e" /><Relationship Type="http://schemas.openxmlformats.org/officeDocument/2006/relationships/slide" Target="/ppt/slides/slide4.xml" Id="Rd5076741aa874ce3" /><Relationship Type="http://schemas.openxmlformats.org/officeDocument/2006/relationships/slide" Target="/ppt/slides/slide5.xml" Id="Rbec91faff9614b87" /><Relationship Type="http://schemas.openxmlformats.org/officeDocument/2006/relationships/slide" Target="/ppt/slides/slide6.xml" Id="Rf2ee2ef8fe4d4367" /><Relationship Type="http://schemas.openxmlformats.org/officeDocument/2006/relationships/slide" Target="/ppt/slides/slide7.xml" Id="R2a8a412a22cf4db0" /><Relationship Type="http://schemas.openxmlformats.org/officeDocument/2006/relationships/slide" Target="/ppt/slides/slide8.xml" Id="Rfebc5061b7594223" /><Relationship Type="http://schemas.openxmlformats.org/officeDocument/2006/relationships/slide" Target="/ppt/slides/slide9.xml" Id="Rd42df13798ac482e" /><Relationship Type="http://schemas.openxmlformats.org/officeDocument/2006/relationships/slide" Target="/ppt/slides/slide10.xml" Id="R98c8fb59cd3e47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7fa68d80ac4a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2312c8ecbc4919" /><Relationship Type="http://schemas.openxmlformats.org/officeDocument/2006/relationships/notesMaster" Target="/ppt/notesMasters/notesMaster1.xml" Id="Refef43b96de340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b74c9f02394e4c" /><Relationship Type="http://schemas.openxmlformats.org/officeDocument/2006/relationships/notesMaster" Target="/ppt/notesMasters/notesMaster1.xml" Id="R6bc1bffc775848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32883d0e714ced" /><Relationship Type="http://schemas.openxmlformats.org/officeDocument/2006/relationships/notesMaster" Target="/ppt/notesMasters/notesMaster1.xml" Id="Rbfd65bd6e1b247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b2087cb41a468a" /><Relationship Type="http://schemas.openxmlformats.org/officeDocument/2006/relationships/notesMaster" Target="/ppt/notesMasters/notesMaster1.xml" Id="R9eadba3391e24b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b7e2a3a5cd4f9c" /><Relationship Type="http://schemas.openxmlformats.org/officeDocument/2006/relationships/notesMaster" Target="/ppt/notesMasters/notesMaster1.xml" Id="Ra400044703fe4c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8baffc73eb4b31" /><Relationship Type="http://schemas.openxmlformats.org/officeDocument/2006/relationships/notesMaster" Target="/ppt/notesMasters/notesMaster1.xml" Id="R64e2c28ab45d46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de515a202347b8" /><Relationship Type="http://schemas.openxmlformats.org/officeDocument/2006/relationships/notesMaster" Target="/ppt/notesMasters/notesMaster1.xml" Id="Re932e23c570b4a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29b93694f44f1c" /><Relationship Type="http://schemas.openxmlformats.org/officeDocument/2006/relationships/notesMaster" Target="/ppt/notesMasters/notesMaster1.xml" Id="R8ef2b58f590940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f9feb341374c86" /><Relationship Type="http://schemas.openxmlformats.org/officeDocument/2006/relationships/notesMaster" Target="/ppt/notesMasters/notesMaster1.xml" Id="R0354ccb192bc40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d5a655b600a46c2" /><Relationship Type="http://schemas.openxmlformats.org/officeDocument/2006/relationships/notesMaster" Target="/ppt/notesMasters/notesMaster1.xml" Id="Rb89f4434403344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开场：先给结论，再按 O1、O2、O3 展开。Q3 不只完成业务需求，也把项目经验沉淀成可复用的 AI 工程化能力。来源：用户提供的 2026 Q3 OKR 截图与 2026-06-01 至 2026-10-13 工作报告。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只讲三条主线，不展开仓库清单。O3 的 trunkFeeder-ui/skill 是绩效指标本身，应明确说成独立成果。来源：Q3 OKR 截图、工作报告、trunkFeeder-ui/skill 仓库审阅。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截图中的完成成果描述给出生产 BUG 为 0、线上问题 24h 内解决、测试环节 BUG 率较上季度下降 20%。来源：Q3 O1 OKR 截图；工作报告补充代表性业务范围。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用这个案例说明你参与了业务链路拆解和逐期交付，不只是页面开发。来源：工作报告中 trunkFeeder-ui 的智能排班一期、二期内容。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不讲依赖升级细节，而讲统一技术栈和可观测性如何服务交付质量。截图给出 React、Umi、Ant Design 版本和构建、样式兼容性目标；工作报告补充 Sentry 接入和依赖治理。来源：Q3 O2 OKR 截图、工作报告。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明确绑定绩效：trunkFeeder-ui/skill 是 O3 的关键举措，不是横向工作附录。初版 6/30，重构版 8/3，包含 SKILL.md、business-rules、design-system、tech-stack 和验证脚本。评测报告给出 with_skill 100% ±0、without_skill 83% ±14，差值 +17pp。来源：Q3 O3 OKR 截图；skill 文件与提交记录 2ba7bff、bcf923a、eec41a7、cc038ab。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回答项目角色：业务规则抽取、工程约束设计、评测验证和交付整理。来源：skill/SKILL.md、references/*.md、评测提交记录。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真实验证边界：直接运行当前 skill/scripts/validate-project-skill.sh 会因脚本仍查找旧的 T-MAX 根目录和 trank-feeder-main 路径而失败。这不等于 skill 内容无效，但说明校验脚本需要跟随目录重构同步更新。来源：2026-10-13 对 trunkFeeder-ui 的现场审阅与脚本运行结果。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成长落到行为变化：以后面对类似项目，不只写功能，也会主动识别业务规则、质量边界和 AI 可复用资产。下一步是建议，不作为 Q3 已完成事实。来源：Q3 O3 目标描述、skill 仓库现状和验证结果。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结束语：停在三句话即可。若现场追问，再补充各仓库需求清单和 skill 文件结构。来源：本次述职材料综合 Q3 OKR 截图、T-MAX 工作报告、trunkFeeder-ui/skill 仓库审阅。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b16b87b4a041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a2f316cb214b8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fe3d0fbd4c42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399353255e4d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c9456bbc1447f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0267d0936140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8D3C90-21AB-4208-9799-6251717CF4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2A3BAE1-4B1F-4FC2-B8CF-F4A5043547B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B786C02-F4C4-4694-9A32-912CEA2EF7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21EFA9-3346-4FCE-9A8A-0242514009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DB7AA7D-0C62-453C-AB12-D841400DD1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B2A7568-1C13-4D7E-85D9-CBE3503982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4896148-756B-4B7B-B194-B182E83A9D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D5B8992-4F48-425A-9A99-D8254F10D6A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3B15F5-A9A0-4AEC-9B60-8A86415CD2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772B8DB-14F0-4674-A11E-18F62CD81E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38bf22bef144be" /><Relationship Type="http://schemas.openxmlformats.org/officeDocument/2006/relationships/slideLayout" Target="/ppt/slideLayouts/slideLayout1.xml" Id="Ra12fe94dedf640c4" /><Relationship Type="http://schemas.openxmlformats.org/officeDocument/2006/relationships/slideLayout" Target="/ppt/slideLayouts/slideLayout2.xml" Id="R20c0014f532c42b2" /><Relationship Type="http://schemas.openxmlformats.org/officeDocument/2006/relationships/slideLayout" Target="/ppt/slideLayouts/slideLayout3.xml" Id="R3e901a2994e9488d" /><Relationship Type="http://schemas.openxmlformats.org/officeDocument/2006/relationships/slideLayout" Target="/ppt/slideLayouts/slideLayout4.xml" Id="Rd2de48a08f95476e" /><Relationship Type="http://schemas.openxmlformats.org/officeDocument/2006/relationships/slideLayout" Target="/ppt/slideLayouts/slideLayout5.xml" Id="Re61fd0ac3f14448d" /><Relationship Type="http://schemas.openxmlformats.org/officeDocument/2006/relationships/slideLayout" Target="/ppt/slideLayouts/slideLayout6.xml" Id="Rfe69270c7bd443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2fe94dedf640c4"/>
    <p:sldLayoutId xmlns:r="http://schemas.openxmlformats.org/officeDocument/2006/relationships" id="2147483650" r:id="R20c0014f532c42b2"/>
    <p:sldLayoutId xmlns:r="http://schemas.openxmlformats.org/officeDocument/2006/relationships" id="2147483651" r:id="R3e901a2994e9488d"/>
    <p:sldLayoutId xmlns:r="http://schemas.openxmlformats.org/officeDocument/2006/relationships" id="2147483652" r:id="Rd2de48a08f95476e"/>
    <p:sldLayoutId xmlns:r="http://schemas.openxmlformats.org/officeDocument/2006/relationships" id="2147483653" r:id="Re61fd0ac3f14448d"/>
    <p:sldLayoutId xmlns:r="http://schemas.openxmlformats.org/officeDocument/2006/relationships" id="2147483654" r:id="Rfe69270c7bd443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8de98636ac487f" /><Relationship Type="http://schemas.openxmlformats.org/officeDocument/2006/relationships/notesSlide" Target="/ppt/notesSlides/notesSlide1.xml" Id="R3d00bdd68e1c4a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13410fcc0f4f39" /><Relationship Type="http://schemas.openxmlformats.org/officeDocument/2006/relationships/notesSlide" Target="/ppt/notesSlides/notesSlide2.xml" Id="Rc2f2fed86db84f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20ba4bde0746bd" /><Relationship Type="http://schemas.openxmlformats.org/officeDocument/2006/relationships/notesSlide" Target="/ppt/notesSlides/notesSlide3.xml" Id="Ref293fa217174f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44519740a64234" /><Relationship Type="http://schemas.openxmlformats.org/officeDocument/2006/relationships/notesSlide" Target="/ppt/notesSlides/notesSlide4.xml" Id="Re2ffc34ef7114a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868b3f2da54086" /><Relationship Type="http://schemas.openxmlformats.org/officeDocument/2006/relationships/notesSlide" Target="/ppt/notesSlides/notesSlide5.xml" Id="R17b264caee4c4e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b9a2f68c484b1d" /><Relationship Type="http://schemas.openxmlformats.org/officeDocument/2006/relationships/notesSlide" Target="/ppt/notesSlides/notesSlide6.xml" Id="Reee8615f33f044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9e7ee777a94081" /><Relationship Type="http://schemas.openxmlformats.org/officeDocument/2006/relationships/notesSlide" Target="/ppt/notesSlides/notesSlide7.xml" Id="R158ab5d559b943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631c4f90bc4aea" /><Relationship Type="http://schemas.openxmlformats.org/officeDocument/2006/relationships/notesSlide" Target="/ppt/notesSlides/notesSlide8.xml" Id="Rcd65c9b6e16744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0d0ced60a44b5b" /><Relationship Type="http://schemas.openxmlformats.org/officeDocument/2006/relationships/notesSlide" Target="/ppt/notesSlides/notesSlide9.xml" Id="R621adad7f43745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0889f36bb14da2" /><Relationship Type="http://schemas.openxmlformats.org/officeDocument/2006/relationships/notesSlide" Target="/ppt/notesSlides/notesSlide10.xml" Id="R940932b690444f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28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63EFF7-3C5C-4B93-B062-39C0A350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80D36-7C2A-4FBB-B043-A799886F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BFD2D9"/>
                </a:solidFill>
                <a:latin typeface="PingFang SC"/>
                <a:ea typeface="PingFang SC"/>
                <a:cs typeface="PingFang SC"/>
              </a:rPr>
              <a:t>2026 Q3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7AD20-2513-492A-92AB-03DDA234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述职汇报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D99B9-1EC6-43CE-B801-A8923BE4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BFD2D9"/>
                </a:solidFill>
                <a:latin typeface="PingFang SC"/>
                <a:ea typeface="PingFang SC"/>
                <a:cs typeface="PingFang SC"/>
              </a:rPr>
              <a:t>业务交付与 AI 工程化并进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F0D1FE-DF48-4690-9144-7F10CB7B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00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BFD2D9"/>
                </a:solidFill>
                <a:latin typeface="PingFang SC"/>
                <a:ea typeface="PingFang SC"/>
                <a:cs typeface="PingFang SC"/>
              </a:rPr>
              <a:t>朱色敏  ·  00118740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A61D85-9F08-4EED-A4AB-AE0AB43D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8FAAB4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>
                <a:solidFill>
                  <a:srgbClr val="8FAAB4"/>
                </a:solidFill>
                <a:latin typeface="PingFang SC"/>
                <a:ea typeface="PingFang SC"/>
                <a:cs typeface="PingFang SC"/>
              </a:defRPr>
            </a:pPr>
            <a:r>
              <a:rPr sz="1050">
                <a:solidFill>
                  <a:srgbClr val="8FAAB4"/>
                </a:solidFill>
                <a:latin typeface="PingFang SC"/>
                <a:ea typeface="PingFang SC"/>
                <a:cs typeface="PingFang SC"/>
              </a:rPr>
              <a:t>前端研发 / T-MAX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95BFF-B94F-406D-9AEC-55487B4F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09750"/>
            <a:ext cx="285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300" b="1">
                <a:solidFill>
                  <a:srgbClr val="17475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12300" b="1">
                <a:solidFill>
                  <a:srgbClr val="17475A"/>
                </a:solidFill>
                <a:latin typeface="PingFang SC"/>
                <a:ea typeface="PingFang SC"/>
                <a:cs typeface="PingFang SC"/>
              </a:defRPr>
            </a:pPr>
            <a:r>
              <a:rPr sz="12300" b="1">
                <a:solidFill>
                  <a:srgbClr val="17475A"/>
                </a:solidFill>
                <a:latin typeface="PingFang SC"/>
                <a:ea typeface="PingFang SC"/>
                <a:cs typeface="PingFang SC"/>
              </a:rPr>
              <a:t>Q3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43AA82-5F41-4BE8-8256-5D50C370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86200"/>
            <a:ext cx="2209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A4F4F0-4C15-4819-A21B-ED97F7E8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719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BFD2D9"/>
                </a:solidFill>
                <a:latin typeface="PingFang SC"/>
                <a:ea typeface="PingFang SC"/>
                <a:cs typeface="PingFang SC"/>
              </a:rPr>
              <a:t>交付 · 稳定 · 复用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90E2E6-1443-4835-9C8A-CA2D2AA1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00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BFD2D9"/>
                </a:solidFill>
                <a:latin typeface="PingFang SC"/>
                <a:ea typeface="PingFang SC"/>
                <a:cs typeface="PingFang SC"/>
              </a:rPr>
              <a:t>2026 Q3 述职汇报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141F4B-CFCA-43B5-BA02-FA3F36F4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BFD2D9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567878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EC8132-A686-4041-9361-DA853FF0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rPr>
              <a:t>核心结论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AB132-C87D-4DDA-B089-FB0E9A1D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Q3 的主线，是把一次次交付变成稳定、可复用的交付能力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5F659-D289-40AC-B572-22FBFC90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230A2-F0EB-417C-B70E-6CD34B6B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0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5C6A73"/>
                </a:solidFill>
                <a:latin typeface="PingFang SC"/>
                <a:ea typeface="PingFang SC"/>
                <a:cs typeface="PingFang SC"/>
              </a:rPr>
              <a:t>围绕三个 OKR，我完成了从业务交付到工程治理，再到 AI 能力沉淀的连续推进。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F58D54-9B23-4739-ABA1-F8A5F436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57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C7BE3-2E68-4D83-9DE3-1065C3E7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O1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896A28-6441-429B-874A-837B9951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622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业务交付质量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52F7ED-91A4-42B7-926E-B3C27ACB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0510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0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C6A73"/>
                </a:solidFill>
                <a:latin typeface="PingFang SC"/>
                <a:ea typeface="PingFang SC"/>
                <a:cs typeface="PingFang SC"/>
              </a:rPr>
              <a:t>支撑内场调度与运营核心场景，生产 BUG 为 0，线上问题 24h 内闭环。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01E7D5-8429-4B5E-91D6-8186EC7B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57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25A496-149B-4F9A-B18B-49FA8164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457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677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076A36-ADCE-47DE-8A2F-722B53AE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O2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33C3F2-FF86-41B3-89EE-97D783CC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671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前端基建与可观测性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3CC9A0-7BCF-4E86-B90E-223CD853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1000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0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C6A73"/>
                </a:solidFill>
                <a:latin typeface="PingFang SC"/>
                <a:ea typeface="PingFang SC"/>
                <a:cs typeface="PingFang SC"/>
              </a:rPr>
              <a:t>统一核心技术栈并接入 Sentry，让问题更早暴露、定位更快。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041A79-2CFC-4DA4-8B33-07AF5979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624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36DDB2-ACC6-4294-A33B-A1730BEB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457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96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D60A2D-1DEE-4BF7-ABDE-5770BF56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O3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FA2A8C-B8C0-4B0D-8B34-CA13C880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720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AI 赋能与个人效能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DCA659-0DD3-42DC-B33A-E7B6FC04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1490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0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C6A73"/>
                </a:solidFill>
                <a:latin typeface="PingFang SC"/>
                <a:ea typeface="PingFang SC"/>
                <a:cs typeface="PingFang SC"/>
              </a:rPr>
              <a:t>将 trunkFeeder-ui 的规则、约束和验证方法沉淀为项目级 skill，评测通过率提升 17pp。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76BB71-DEE1-4CB9-819D-8F2C7D47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673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928AB5-0050-4500-B6DD-58CC718E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rPr>
              <a:t>2026 Q3 述职汇报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2C2915-3BDB-4DF1-B59F-1871F2F1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36883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E0477F-B821-4C95-9F8F-F9C6E723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rPr>
              <a:t>O1 业务交付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61CC5-F141-45EB-9F1B-F20FA750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业务交付从“按时完成”进一步落到“上线后稳定运行”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4B60D0-E812-460C-8A22-52367874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F22E6-8269-41A0-A3C5-620FDD2A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0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5C6A73"/>
                </a:solidFill>
                <a:latin typeface="PingFang SC"/>
                <a:ea typeface="PingFang SC"/>
                <a:cs typeface="PingFang SC"/>
              </a:rPr>
              <a:t>围绕内场调度、运营支撑和差异处理等核心链路持续交付，结果指标聚焦质量与闭环速度。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F23412-D853-4348-A3CC-507E7305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4B4B5A-DB03-40BC-BAA1-23F06AAB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rPr>
              <a:t>代表性工作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FCE19-5904-4EE5-9D7F-0AD8AB22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6858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425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425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内场调度：卸车看板、智能排班一期与二期</a:t>
            </a:r>
          </a:p>
          <a:p xmlns:a="http://schemas.openxmlformats.org/drawingml/2006/main">
            <a:pPr>
              <a:defRPr sz="1425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425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运营支撑：人效、排班、食堂、周转箱等业务模块</a:t>
            </a:r>
          </a:p>
          <a:p xmlns:a="http://schemas.openxmlformats.org/drawingml/2006/main">
            <a:pPr>
              <a:defRPr sz="1425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425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持续治理：字段口径、导出、报表性能与线上问题闭环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634B16-44D9-474F-B9FE-E5C0DB60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57400"/>
            <a:ext cx="2952750" cy="31432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9D1161-3053-4EA8-A03E-A60C0158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B7A75"/>
                </a:solidFill>
                <a:latin typeface="PingFang SC"/>
                <a:ea typeface="PingFang SC"/>
                <a:cs typeface="PingFang SC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BBADFD-231D-4D20-B5C9-E9FE7DFC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670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125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C6A73"/>
                </a:solidFill>
                <a:latin typeface="PingFang SC"/>
                <a:ea typeface="PingFang SC"/>
                <a:cs typeface="PingFang SC"/>
              </a:rPr>
              <a:t>Q3 生产 BUG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9AE892-7092-4C6B-BE4D-A67B4039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861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677B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77B9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677B9"/>
                </a:solidFill>
                <a:latin typeface="PingFang SC"/>
                <a:ea typeface="PingFang SC"/>
                <a:cs typeface="PingFang SC"/>
              </a:rPr>
              <a:t>24h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9262C2-810B-463A-83D7-45359257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76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125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C6A73"/>
                </a:solidFill>
                <a:latin typeface="PingFang SC"/>
                <a:ea typeface="PingFang SC"/>
                <a:cs typeface="PingFang SC"/>
              </a:rPr>
              <a:t>线上问题内解决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3BC9D4-A84E-45D7-BDB2-58C4157F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958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C96A24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C96A24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C96A24"/>
                </a:solidFill>
                <a:latin typeface="PingFang SC"/>
                <a:ea typeface="PingFang SC"/>
                <a:cs typeface="PingFang SC"/>
              </a:rPr>
              <a:t>-20%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570593-84ED-4A42-9D35-DA5FAE39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863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125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C6A73"/>
                </a:solidFill>
                <a:latin typeface="PingFang SC"/>
                <a:ea typeface="PingFang SC"/>
                <a:cs typeface="PingFang SC"/>
              </a:rPr>
              <a:t>测试环节 BUG 率较上季度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086531-F8AE-4436-9A43-C2C9D396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rPr>
              <a:t>2026 Q3 述职汇报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D4E509-55BD-4CF5-99D8-FC557522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726360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825D42-E7C7-4421-94D2-F1557EB6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rPr>
              <a:t>重点案例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D1E68-5FCC-4FA3-86A6-2D1DE31A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智能排班把复杂调度规则推进到可运营的功能闭环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580F8-DDB7-4538-B803-D0004D7E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6FC71E-C326-42B3-BF1F-5FB75BB1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0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5C6A73"/>
                </a:solidFill>
                <a:latin typeface="PingFang SC"/>
                <a:ea typeface="PingFang SC"/>
                <a:cs typeface="PingFang SC"/>
              </a:rPr>
              <a:t>同一条业务主线分两期推进，先建立可用能力，再补齐调度细节与效率反馈。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89ED6-F3A1-4D06-86E3-5DC1A73F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43250"/>
            <a:ext cx="895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A7962-AAE5-4667-8F79-70AFB27B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146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236DD4-9C2D-41BC-9EE9-54A72931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146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A49760-4826-4003-AA21-6AF4EAD4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09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A186AD-7B8A-457E-B775-47B2EB13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09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CDB3CE-830B-445A-812E-7D5740E6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381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4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2423D3-3BED-4989-B534-E239D8FE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717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B7A75"/>
                </a:solidFill>
                <a:latin typeface="PingFang SC"/>
                <a:ea typeface="PingFang SC"/>
                <a:cs typeface="PingFang SC"/>
              </a:rPr>
              <a:t>一期：建立调度骨架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58C7EA-6F88-4298-8C1D-AF47DA1F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路由与页面组织</a:t>
            </a:r>
          </a:p>
          <a:p xmlns:a="http://schemas.openxmlformats.org/drawingml/2006/main">
            <a:pPr>
              <a:def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人员 / 车辆面板</a:t>
            </a:r>
          </a:p>
          <a:p xmlns:a="http://schemas.openxmlformats.org/drawingml/2006/main">
            <a:pPr>
              <a:def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时间线任务条、月台调度看板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DD672B-F243-46CF-A9D4-4B70C950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24100"/>
            <a:ext cx="2381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B20558-930B-4152-879B-66CD6C75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717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C96A24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C96A2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C96A24"/>
                </a:solidFill>
                <a:latin typeface="PingFang SC"/>
                <a:ea typeface="PingFang SC"/>
                <a:cs typeface="PingFang SC"/>
              </a:rPr>
              <a:t>二期：补齐运营反馈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8BCD17-7D8D-430F-9D1E-2F648601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00450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任务绑定结束时间标记</a:t>
            </a:r>
          </a:p>
          <a:p xmlns:a="http://schemas.openxmlformats.org/drawingml/2006/main">
            <a:pPr>
              <a:def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首发月台关系提示</a:t>
            </a:r>
          </a:p>
          <a:p xmlns:a="http://schemas.openxmlformats.org/drawingml/2006/main">
            <a:pPr>
              <a:def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月台详情与操作效率指标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8F52FD-27FE-49AB-B6E5-A0F5DA28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911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B7A75"/>
                </a:solidFill>
                <a:latin typeface="PingFang SC"/>
                <a:ea typeface="PingFang SC"/>
                <a:cs typeface="PingFang SC"/>
              </a:rPr>
              <a:t>结果：从单页面开发，推进到“调度任务 → 月台操作 → 效率反馈”的连续链路。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04FED8-C5CE-4E35-8235-247D089D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rPr>
              <a:t>2026 Q3 述职汇报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7AB9E4-179E-4FEC-A76E-141848B2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471573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E22C68-7467-4C15-BB2B-22E2A4F0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rPr>
              <a:t>O2 前端基建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50071-0240-430E-A668-E02E4180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统一技术栈与可观测性，降低多仓库协作的维护成本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895DB1-61D5-412E-AF7C-53EE8D22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D4C27-80C5-4888-A395-D24993E6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EED3B-8142-444B-A506-FAED322D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866900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E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EBE37-0ED1-4207-8532-366259EB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7B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77B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77B9"/>
                </a:solidFill>
                <a:latin typeface="PingFang SC"/>
                <a:ea typeface="PingFang SC"/>
                <a:cs typeface="PingFang SC"/>
              </a:rPr>
              <a:t>统一基础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7E431-3FA6-4E72-A92F-23AD8FE1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React 17.0.2</a:t>
            </a:r>
          </a:p>
          <a:p xmlns:a="http://schemas.openxmlformats.org/drawingml/2006/main">
            <a:pPr>
              <a:defRPr sz="1875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Umi 3.5.43</a:t>
            </a:r>
          </a:p>
          <a:p xmlns:a="http://schemas.openxmlformats.org/drawingml/2006/main">
            <a:pPr>
              <a:defRPr sz="1875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Ant Design 4.24.14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8062CC-06FA-4B32-863F-6EDE3E22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0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C6A73"/>
                </a:solidFill>
                <a:latin typeface="PingFang SC"/>
                <a:ea typeface="PingFang SC"/>
                <a:cs typeface="PingFang SC"/>
              </a:rPr>
              <a:t>核心功能、构建与样式兼容性验证通过，减少环境差异带来的交付波动。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F3A264-6FC7-46F1-9C1D-42FEE17F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90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rPr>
              <a:t>问题可见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A91CEB-040A-4821-B854-EC21058B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接入 Sentry</a:t>
            </a:r>
          </a:p>
          <a:p xmlns:a="http://schemas.openxmlformats.org/drawingml/2006/main">
            <a:pPr>
              <a:defRPr sz="1875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测试环境先行</a:t>
            </a:r>
          </a:p>
          <a:p xmlns:a="http://schemas.openxmlformats.org/drawingml/2006/main">
            <a:pPr>
              <a:defRPr sz="1875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生产环境落地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D96922-6EC8-497C-AD18-DFB0E34B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005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0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C6A73"/>
                </a:solidFill>
                <a:latin typeface="PingFang SC"/>
                <a:ea typeface="PingFang SC"/>
                <a:cs typeface="PingFang SC"/>
              </a:rPr>
              <a:t>让前端问题从“用户反馈后才知道”变成“运行中可观测、定位有入口”。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4EB230-90E8-4A51-A42E-E2729037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944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7CF3C2-8FC4-4A30-AC2E-1E47553C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7A75"/>
                </a:solidFill>
                <a:latin typeface="PingFang SC"/>
                <a:ea typeface="PingFang SC"/>
                <a:cs typeface="PingFang SC"/>
              </a:rPr>
              <a:t>工程价值：把一次升级、一次接入，转化为多仓库可复用的交付底座。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B77E96-4B92-494C-ADD3-B3D5BBDF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rPr>
              <a:t>2026 Q3 述职汇报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85F58C-A9C8-4394-8DED-6B6D3250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59448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28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FDBE89-436C-400B-AA5B-3775A0E3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8FD0D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8FD0D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8FD0D0"/>
                </a:solidFill>
                <a:latin typeface="PingFang SC"/>
                <a:ea typeface="PingFang SC"/>
                <a:cs typeface="PingFang SC"/>
              </a:rPr>
              <a:t>O3 AI 赋能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E36A1-3687-4517-9B26-B9BAAE44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trunkFeeder-ui/skill：把项目经验变成 AI 可执行的工程资产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D44F8-4997-4245-AE0C-75382A49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3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8407AF-1D84-48D2-8E3B-FEFC89E8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BFD2D9"/>
                </a:solidFill>
                <a:latin typeface="PingFang SC"/>
                <a:ea typeface="PingFang SC"/>
                <a:cs typeface="PingFang SC"/>
              </a:rPr>
              <a:t>这项 skill 是 Q3 绩效指标，也是我对个人效能提升的核心回答。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5DB04B-42B1-4467-89DD-A0ABF360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我沉淀的不是一段提示词，而是一套项目级上下文：业务规则、设计系统、技术栈、验证清单。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7DD30-27D5-4CE9-A03C-0EB9E469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3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7F4F26-C873-4A9F-A4A8-BA208E41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8FD0D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8FD0D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8FD0D0"/>
                </a:solidFill>
                <a:latin typeface="PingFang SC"/>
                <a:ea typeface="PingFang SC"/>
                <a:cs typeface="PingFang SC"/>
              </a:rPr>
              <a:t>覆盖关键约束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D03023-5CE3-4FBB-BE26-EFAF3B09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5429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D6E5E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>
                <a:solidFill>
                  <a:srgbClr val="D6E5E9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6E5E9"/>
                </a:solidFill>
                <a:latin typeface="PingFang SC"/>
                <a:ea typeface="PingFang SC"/>
                <a:cs typeface="PingFang SC"/>
              </a:rPr>
              <a:t>参数边界：centerCode / centerSiteCode</a:t>
            </a:r>
          </a:p>
          <a:p xmlns:a="http://schemas.openxmlformats.org/drawingml/2006/main">
            <a:pPr>
              <a:defRPr sz="1275">
                <a:solidFill>
                  <a:srgbClr val="D6E5E9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6E5E9"/>
                </a:solidFill>
                <a:latin typeface="PingFang SC"/>
                <a:ea typeface="PingFang SC"/>
                <a:cs typeface="PingFang SC"/>
              </a:rPr>
              <a:t>业务枚举：网点与干线类型</a:t>
            </a:r>
          </a:p>
          <a:p xmlns:a="http://schemas.openxmlformats.org/drawingml/2006/main">
            <a:pPr>
              <a:defRPr sz="1275">
                <a:solidFill>
                  <a:srgbClr val="D6E5E9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6E5E9"/>
                </a:solidFill>
                <a:latin typeface="PingFang SC"/>
                <a:ea typeface="PingFang SC"/>
                <a:cs typeface="PingFang SC"/>
              </a:rPr>
              <a:t>加载原则：慢接口不阻塞核心看板</a:t>
            </a:r>
          </a:p>
          <a:p xmlns:a="http://schemas.openxmlformats.org/drawingml/2006/main">
            <a:pPr>
              <a:defRPr sz="1275">
                <a:solidFill>
                  <a:srgbClr val="D6E5E9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D6E5E9"/>
                </a:solidFill>
                <a:latin typeface="PingFang SC"/>
                <a:ea typeface="PingFang SC"/>
                <a:cs typeface="PingFang SC"/>
              </a:rPr>
              <a:t>防幻觉：未发现的规范不允许补造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46F3CB-685D-4235-8F74-6D5AEB87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09800"/>
            <a:ext cx="3143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23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4A75E-D1C5-457F-9389-637F5B64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8FD0D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8FD0D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FD0D0"/>
                </a:solidFill>
                <a:latin typeface="PingFang SC"/>
                <a:ea typeface="PingFang SC"/>
                <a:cs typeface="PingFang SC"/>
              </a:rPr>
              <a:t>评测结果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161E58-60BF-46B0-A34A-5B6391F5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099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9309A2-FC53-474C-8ED8-4AB02EF6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0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125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BFD2D9"/>
                </a:solidFill>
                <a:latin typeface="PingFang SC"/>
                <a:ea typeface="PingFang SC"/>
                <a:cs typeface="PingFang SC"/>
              </a:rPr>
              <a:t>有 Skill 的通过率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D4F1F3-ADD6-4BDB-8A6A-6972671B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005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83%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76D8F9-AF79-4352-B987-86249BD8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910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125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BFD2D9"/>
                </a:solidFill>
                <a:latin typeface="PingFang SC"/>
                <a:ea typeface="PingFang SC"/>
                <a:cs typeface="PingFang SC"/>
              </a:rPr>
              <a:t>无 Skill 的通过率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C28F85-5DD4-43EC-8E95-637602FD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800600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575" b="1">
                <a:solidFill>
                  <a:srgbClr val="F0B27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1575" b="1">
                <a:solidFill>
                  <a:srgbClr val="F0B27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0B27A"/>
                </a:solidFill>
                <a:latin typeface="PingFang SC"/>
                <a:ea typeface="PingFang SC"/>
                <a:cs typeface="PingFang SC"/>
              </a:rPr>
              <a:t>+17pp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FE4464-810C-45E9-A52F-F1686F43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00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BFD2D9"/>
                </a:solidFill>
                <a:latin typeface="PingFang SC"/>
                <a:ea typeface="PingFang SC"/>
                <a:cs typeface="PingFang SC"/>
              </a:rPr>
              <a:t>2026 Q3 述职汇报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18B2E1-A10C-4D04-BB95-2F1CA0B7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BFD2D9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366563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5FDF1F-7DFA-4128-B8AD-8C33F17C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rPr>
              <a:t>项目角色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BF0B5-A395-421D-B3F3-9E9CCB22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我在 skill 项目中承担了从提炼到验证的完整闭环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95E5E-9763-44EA-858D-FA411020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4333B-73FD-4C21-AABA-B207374F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75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5C6A73"/>
                </a:solidFill>
                <a:latin typeface="PingFang SC"/>
                <a:ea typeface="PingFang SC"/>
                <a:cs typeface="PingFang SC"/>
              </a:rPr>
              <a:t>角色变化：从使用 AI 完成任务，转向设计 AI 如何稳定完成任务。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83A55-0DAA-4B1F-A04C-84D6AFC3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EB0A5-348F-4BE8-8640-853D19BF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业务规则提炼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F142B-07D7-40C6-914F-7711662C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66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C6A73"/>
                </a:solidFill>
                <a:latin typeface="PingFang SC"/>
                <a:ea typeface="PingFang SC"/>
                <a:cs typeface="PingFang SC"/>
              </a:rPr>
              <a:t>从页面、接口和实际场景中抽取规则，明确哪些约束必须被 AI 继承。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D2222-57D6-410E-901B-36E954D9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0F9A27-0993-4396-92DA-BC0867F8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099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工程约束设计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7333E7-1262-46FD-AEA5-2A0F6904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62350"/>
            <a:ext cx="266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C6A73"/>
                </a:solidFill>
                <a:latin typeface="PingFang SC"/>
                <a:ea typeface="PingFang SC"/>
                <a:cs typeface="PingFang SC"/>
              </a:rPr>
              <a:t>把设计系统、技术栈、性能加载原则和防幻觉边界写成可检索的参考资料。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CA9D9B-1896-416F-97A9-4F342452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6860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2DD281-3C58-4E6B-871B-D28F829E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099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效果评测与交付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B43E9C-049E-47A0-80F1-01DFFB37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62350"/>
            <a:ext cx="266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>
                <a:solidFill>
                  <a:srgbClr val="5C6A73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C6A73"/>
                </a:solidFill>
                <a:latin typeface="PingFang SC"/>
                <a:ea typeface="PingFang SC"/>
                <a:cs typeface="PingFang SC"/>
              </a:rPr>
              <a:t>建立 with / without skill 对照评测，并保留验证脚本和交付清单。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DCE5AD-6879-4E3B-B690-D514CB06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9944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086AAA-361B-4102-926E-D5DB6CF6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7A75"/>
                </a:solidFill>
                <a:latin typeface="PingFang SC"/>
                <a:ea typeface="PingFang SC"/>
                <a:cs typeface="PingFang SC"/>
              </a:rPr>
              <a:t>价值：让项目知识从“个人记忆”进入“团队可复用的交付流程”。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2FE68D-B914-4D55-9E55-29D719FC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rPr>
              <a:t>2026 Q3 述职汇报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B1EB9C-AC00-41FB-81CC-5532E1E6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343148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BC6860-5EB9-48BF-BE5B-7663236D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rPr>
              <a:t>难点与解法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CD95F-2D89-49AA-97FE-73D22BC3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真正的难点，不是写文档，而是把隐性经验变成可执行约束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0F5A43-68B9-4695-9590-17D4E9B8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B8955-4F32-4B4D-8D3D-CB733754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C96A24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C96A2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C96A24"/>
                </a:solidFill>
                <a:latin typeface="PingFang SC"/>
                <a:ea typeface="PingFang SC"/>
                <a:cs typeface="PingFang SC"/>
              </a:rPr>
              <a:t>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49C231-F36C-412A-B313-E8C64171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09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rPr>
              <a:t>处理方式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BBF6F-1DF4-4067-A777-397D7305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09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7B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77B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77B9"/>
                </a:solidFill>
                <a:latin typeface="PingFang SC"/>
                <a:ea typeface="PingFang SC"/>
                <a:cs typeface="PingFang SC"/>
              </a:rPr>
              <a:t>留下的能力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C9C92C-11C5-447A-94D1-856B6F46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48585C-E419-4D0F-9738-A507DDC8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业务规则分散在页面、接口与沟通中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6D375-8BAC-4EF3-871B-A58F0FEB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669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7A75"/>
                </a:solidFill>
                <a:latin typeface="PingFang SC"/>
                <a:ea typeface="PingFang SC"/>
                <a:cs typeface="PingFang SC"/>
              </a:rPr>
              <a:t>抽取参数边界与枚举口径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3C460E-6C36-4FA3-B194-627AF085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669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677B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>
                <a:solidFill>
                  <a:srgbClr val="1677B9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677B9"/>
                </a:solidFill>
                <a:latin typeface="PingFang SC"/>
                <a:ea typeface="PingFang SC"/>
                <a:cs typeface="PingFang SC"/>
              </a:rPr>
              <a:t>AI 修改代码时有明确边界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FFB7BB-B549-4CB6-BC71-040BA607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E54418-DEFF-475D-A4AF-AF105267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慢接口容易拖住核心看板首屏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AF28D3-2D60-4797-9965-BEAAD912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337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7A75"/>
                </a:solidFill>
                <a:latin typeface="PingFang SC"/>
                <a:ea typeface="PingFang SC"/>
                <a:cs typeface="PingFang SC"/>
              </a:rPr>
              <a:t>把首屏优先级写进性能规则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E05F35-3258-4081-9A62-620A4879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337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677B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>
                <a:solidFill>
                  <a:srgbClr val="1677B9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677B9"/>
                </a:solidFill>
                <a:latin typeface="PingFang SC"/>
                <a:ea typeface="PingFang SC"/>
                <a:cs typeface="PingFang SC"/>
              </a:rPr>
              <a:t>交付时默认关注用户可用性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009369-C188-4873-B18C-E16398BD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B4855F-599B-4D3B-82E6-EF2E5A2F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AI 容易补造项目中不存在的规范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BFC10F-20FD-4B69-8730-AA39A6D8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4005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7A75"/>
                </a:solidFill>
                <a:latin typeface="PingFang SC"/>
                <a:ea typeface="PingFang SC"/>
                <a:cs typeface="PingFang SC"/>
              </a:rPr>
              <a:t>增加防幻觉约束与评测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26886D-DDA9-4667-9B6D-70F1C0E3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005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677B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>
                <a:solidFill>
                  <a:srgbClr val="1677B9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1677B9"/>
                </a:solidFill>
                <a:latin typeface="PingFang SC"/>
                <a:ea typeface="PingFang SC"/>
                <a:cs typeface="PingFang SC"/>
              </a:rPr>
              <a:t>从“生成得像”转向“符合项目”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49195C-235F-4E16-B170-46045CBB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9944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1C7E7B-5B24-486D-BD89-536E8681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53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C96A24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C96A2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96A24"/>
                </a:solidFill>
                <a:latin typeface="PingFang SC"/>
                <a:ea typeface="PingFang SC"/>
                <a:cs typeface="PingFang SC"/>
              </a:rPr>
              <a:t>验证边界：当前仓库内校验脚本仍按旧目录命名查找，后续需修正为仓库根目录相对路径。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5A8775-11F2-41BD-AAE0-40966D50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rPr>
              <a:t>2026 Q3 述职汇报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D18FCE-D8F8-4F11-8AB1-CA613E44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357410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F2A289-302B-49B6-996C-69E1B684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B7A75"/>
                </a:solidFill>
                <a:latin typeface="PingFang SC"/>
                <a:ea typeface="PingFang SC"/>
                <a:cs typeface="PingFang SC"/>
              </a:rPr>
              <a:t>成长与思考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B1D36-C746-4CE5-BE36-B7E8C03B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我开始关注的不只是“这次做成了什么”，还有“下次能否更快做对”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08F509-3DA3-4BD8-BD13-352A7768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50F5E-15F6-4B88-A645-FD368798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99441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62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1AB4D0-161E-4F7A-B10F-78F83706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33600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从页面交付，到业务建模、工程治理和 AI 工作流设计，研发视角开始向交付系统扩展。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92E2F-C4F2-4E32-B0F3-9004C112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9944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6A99FD-8E7F-4EAC-9079-DC36C971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B7A7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7A75"/>
                </a:solidFill>
                <a:latin typeface="PingFang SC"/>
                <a:ea typeface="PingFang SC"/>
                <a:cs typeface="PingFang SC"/>
              </a:rPr>
              <a:t>成长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A41B7-1257-4CBA-A25D-E1FD1D88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385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00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能把复杂业务拆成规则、约束与验证项。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407E2B-2E04-43FD-8AA9-C62CD4DE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677B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677B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77B9"/>
                </a:solidFill>
                <a:latin typeface="PingFang SC"/>
                <a:ea typeface="PingFang SC"/>
                <a:cs typeface="PingFang SC"/>
              </a:rPr>
              <a:t>思考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CCDE1-A30E-4803-84ED-37F024AD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100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00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skill 的长期价值不在于写得多，而在于持续贴近真实代码、持续被评测。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A519CF-624E-4E00-9BC8-10325AD2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C96A24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C96A2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96A24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B1088E-B00F-43C3-B413-2BA10D80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815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500">
                <a:solidFill>
                  <a:srgbClr val="12212B"/>
                </a:solidFill>
                <a:latin typeface="PingFang SC"/>
                <a:ea typeface="PingFang SC"/>
                <a:cs typeface="PingFang SC"/>
              </a:defRPr>
            </a:pPr>
            <a:r>
              <a:rPr sz="1500">
                <a:solidFill>
                  <a:srgbClr val="12212B"/>
                </a:solidFill>
                <a:latin typeface="PingFang SC"/>
                <a:ea typeface="PingFang SC"/>
                <a:cs typeface="PingFang SC"/>
              </a:rPr>
              <a:t>修正校验入口，扩充场景评测，把高频规则继续沉淀为组件与 hooks。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78449E-9BC3-41BC-A0BD-7C101B77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rPr>
              <a:t>2026 Q3 述职汇报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95998D-9661-4D25-B53C-17B1E887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8A979F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235086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28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D005D-CA78-4299-9336-0FA26176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BEFA6A-7F23-47D6-B1AC-75621A31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FD2D9"/>
                </a:solidFill>
                <a:latin typeface="PingFang SC"/>
                <a:ea typeface="PingFang SC"/>
                <a:cs typeface="PingFang SC"/>
              </a:rPr>
              <a:t>Q3 总结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5977F5-D2B5-4984-918C-9CA3EE31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把交付经验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变成可复用能力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633EC-C486-4060-BF74-154F8759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96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BFD2D9"/>
                </a:solidFill>
                <a:latin typeface="PingFang SC"/>
                <a:ea typeface="PingFang SC"/>
                <a:cs typeface="PingFang SC"/>
              </a:rPr>
              <a:t>业务交付有结果，工程建设有沉淀，AI 使用有方法。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8C848-C879-497F-9351-87658E87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1244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2250" b="1">
                <a:solidFill>
                  <a:srgbClr val="8FD0D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2250" b="1">
                <a:solidFill>
                  <a:srgbClr val="8FD0D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FD0D0"/>
                </a:solidFill>
                <a:latin typeface="PingFang SC"/>
                <a:ea typeface="PingFang SC"/>
                <a:cs typeface="PingFang SC"/>
              </a:rPr>
              <a:t>谢谢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00BA6-7399-4A8A-833E-BB618BB3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900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BFD2D9"/>
                </a:solidFill>
                <a:latin typeface="PingFang SC"/>
                <a:ea typeface="PingFang SC"/>
                <a:cs typeface="PingFang SC"/>
              </a:rPr>
              <a:t>2026 Q3 述职汇报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EB6D99-1D49-42DB-B219-0E2C3D93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BFD2D9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BFD2D9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038836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2026-10-13T03:11:07.2080000Z</dcterms:created>
  <dcterms:modified xsi:type="dcterms:W3CDTF">2026-10-13T03:11:07.2080000Z</dcterms:modified>
</coreProperties>
</file>